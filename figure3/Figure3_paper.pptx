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14400000" cx="2160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535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35" orient="horz"/>
        <p:guide pos="680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56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857566" y="685800"/>
            <a:ext cx="51435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736319" y="2084549"/>
            <a:ext cx="20127600" cy="57465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1pPr>
            <a:lvl2pPr lvl="1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2pPr>
            <a:lvl3pPr lvl="2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3pPr>
            <a:lvl4pPr lvl="3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4pPr>
            <a:lvl5pPr lvl="4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5pPr>
            <a:lvl6pPr lvl="5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6pPr>
            <a:lvl7pPr lvl="6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7pPr>
            <a:lvl8pPr lvl="7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8pPr>
            <a:lvl9pPr lvl="8" algn="ctr">
              <a:spcBef>
                <a:spcPts val="0"/>
              </a:spcBef>
              <a:spcAft>
                <a:spcPts val="0"/>
              </a:spcAft>
              <a:buSzPts val="8320"/>
              <a:buNone/>
              <a:defRPr sz="832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36299" y="7934558"/>
            <a:ext cx="20127600" cy="22191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736299" y="6021627"/>
            <a:ext cx="20127600" cy="23568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1pPr>
            <a:lvl2pPr lvl="1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2pPr>
            <a:lvl3pPr lvl="2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3pPr>
            <a:lvl4pPr lvl="3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4pPr>
            <a:lvl5pPr lvl="4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5pPr>
            <a:lvl6pPr lvl="5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6pPr>
            <a:lvl7pPr lvl="6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7pPr>
            <a:lvl8pPr lvl="7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8pPr>
            <a:lvl9pPr lvl="8" algn="ctr">
              <a:spcBef>
                <a:spcPts val="0"/>
              </a:spcBef>
              <a:spcAft>
                <a:spcPts val="0"/>
              </a:spcAft>
              <a:buSzPts val="5760"/>
              <a:buNone/>
              <a:defRPr sz="576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736299" y="1245914"/>
            <a:ext cx="20127600" cy="1603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2pPr>
            <a:lvl3pPr lvl="2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3pPr>
            <a:lvl4pPr lvl="3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4pPr>
            <a:lvl5pPr lvl="4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5pPr>
            <a:lvl6pPr lvl="5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6pPr>
            <a:lvl7pPr lvl="6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7pPr>
            <a:lvl8pPr lvl="7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8pPr>
            <a:lvl9pPr lvl="8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736299" y="3226527"/>
            <a:ext cx="20127600" cy="9564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1480" lvl="0" marL="4572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1pPr>
            <a:lvl2pPr indent="-370840" lvl="1" marL="914400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2pPr>
            <a:lvl3pPr indent="-370839" lvl="2" marL="1371600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3pPr>
            <a:lvl4pPr indent="-370839" lvl="3" marL="1828800">
              <a:spcBef>
                <a:spcPts val="0"/>
              </a:spcBef>
              <a:spcAft>
                <a:spcPts val="0"/>
              </a:spcAft>
              <a:buSzPts val="2240"/>
              <a:buChar char="●"/>
              <a:defRPr sz="2240"/>
            </a:lvl4pPr>
            <a:lvl5pPr indent="-370839" lvl="4" marL="2286000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5pPr>
            <a:lvl6pPr indent="-370839" lvl="5" marL="2743200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6pPr>
            <a:lvl7pPr indent="-370839" lvl="6" marL="3200400">
              <a:spcBef>
                <a:spcPts val="0"/>
              </a:spcBef>
              <a:spcAft>
                <a:spcPts val="0"/>
              </a:spcAft>
              <a:buSzPts val="2240"/>
              <a:buChar char="●"/>
              <a:defRPr sz="2240"/>
            </a:lvl7pPr>
            <a:lvl8pPr indent="-370840" lvl="7" marL="3657600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8pPr>
            <a:lvl9pPr indent="-370840" lvl="8" marL="4114800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736299" y="1245914"/>
            <a:ext cx="20127600" cy="1603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2pPr>
            <a:lvl3pPr lvl="2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3pPr>
            <a:lvl4pPr lvl="3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4pPr>
            <a:lvl5pPr lvl="4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5pPr>
            <a:lvl6pPr lvl="5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6pPr>
            <a:lvl7pPr lvl="6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7pPr>
            <a:lvl8pPr lvl="7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8pPr>
            <a:lvl9pPr lvl="8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736299" y="3226527"/>
            <a:ext cx="9448500" cy="9564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70840" lvl="0" marL="457200">
              <a:spcBef>
                <a:spcPts val="0"/>
              </a:spcBef>
              <a:spcAft>
                <a:spcPts val="0"/>
              </a:spcAft>
              <a:buSzPts val="2240"/>
              <a:buChar char="●"/>
              <a:defRPr sz="2240"/>
            </a:lvl1pPr>
            <a:lvl2pPr indent="-350519" lvl="1" marL="9144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2pPr>
            <a:lvl3pPr indent="-350519" lvl="2" marL="13716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3pPr>
            <a:lvl4pPr indent="-350519" lvl="3" marL="1828800">
              <a:spcBef>
                <a:spcPts val="0"/>
              </a:spcBef>
              <a:spcAft>
                <a:spcPts val="0"/>
              </a:spcAft>
              <a:buSzPts val="1920"/>
              <a:buChar char="●"/>
              <a:defRPr sz="1920"/>
            </a:lvl4pPr>
            <a:lvl5pPr indent="-350520" lvl="4" marL="22860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5pPr>
            <a:lvl6pPr indent="-350520" lvl="5" marL="27432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6pPr>
            <a:lvl7pPr indent="-350520" lvl="6" marL="3200400">
              <a:spcBef>
                <a:spcPts val="0"/>
              </a:spcBef>
              <a:spcAft>
                <a:spcPts val="0"/>
              </a:spcAft>
              <a:buSzPts val="1920"/>
              <a:buChar char="●"/>
              <a:defRPr sz="1920"/>
            </a:lvl7pPr>
            <a:lvl8pPr indent="-350520" lvl="7" marL="36576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8pPr>
            <a:lvl9pPr indent="-350520" lvl="8" marL="41148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1415118" y="3226527"/>
            <a:ext cx="9448500" cy="95649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70840" lvl="0" marL="457200">
              <a:spcBef>
                <a:spcPts val="0"/>
              </a:spcBef>
              <a:spcAft>
                <a:spcPts val="0"/>
              </a:spcAft>
              <a:buSzPts val="2240"/>
              <a:buChar char="●"/>
              <a:defRPr sz="2240"/>
            </a:lvl1pPr>
            <a:lvl2pPr indent="-350519" lvl="1" marL="9144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2pPr>
            <a:lvl3pPr indent="-350519" lvl="2" marL="13716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3pPr>
            <a:lvl4pPr indent="-350519" lvl="3" marL="1828800">
              <a:spcBef>
                <a:spcPts val="0"/>
              </a:spcBef>
              <a:spcAft>
                <a:spcPts val="0"/>
              </a:spcAft>
              <a:buSzPts val="1920"/>
              <a:buChar char="●"/>
              <a:defRPr sz="1920"/>
            </a:lvl4pPr>
            <a:lvl5pPr indent="-350520" lvl="4" marL="22860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5pPr>
            <a:lvl6pPr indent="-350520" lvl="5" marL="27432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6pPr>
            <a:lvl7pPr indent="-350520" lvl="6" marL="3200400">
              <a:spcBef>
                <a:spcPts val="0"/>
              </a:spcBef>
              <a:spcAft>
                <a:spcPts val="0"/>
              </a:spcAft>
              <a:buSzPts val="1920"/>
              <a:buChar char="●"/>
              <a:defRPr sz="1920"/>
            </a:lvl7pPr>
            <a:lvl8pPr indent="-350520" lvl="7" marL="36576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8pPr>
            <a:lvl9pPr indent="-350520" lvl="8" marL="41148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736299" y="1245914"/>
            <a:ext cx="20127600" cy="16032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1pPr>
            <a:lvl2pPr lvl="1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2pPr>
            <a:lvl3pPr lvl="2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3pPr>
            <a:lvl4pPr lvl="3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4pPr>
            <a:lvl5pPr lvl="4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5pPr>
            <a:lvl6pPr lvl="5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6pPr>
            <a:lvl7pPr lvl="6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7pPr>
            <a:lvl8pPr lvl="7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8pPr>
            <a:lvl9pPr lvl="8">
              <a:spcBef>
                <a:spcPts val="0"/>
              </a:spcBef>
              <a:spcAft>
                <a:spcPts val="0"/>
              </a:spcAft>
              <a:buSzPts val="4480"/>
              <a:buNone/>
              <a:defRPr sz="448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736299" y="1555486"/>
            <a:ext cx="6633600" cy="2115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2pPr>
            <a:lvl3pPr lvl="2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3pPr>
            <a:lvl4pPr lvl="3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4pPr>
            <a:lvl5pPr lvl="4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5pPr>
            <a:lvl6pPr lvl="5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6pPr>
            <a:lvl7pPr lvl="6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7pPr>
            <a:lvl8pPr lvl="7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8pPr>
            <a:lvl9pPr lvl="8">
              <a:spcBef>
                <a:spcPts val="0"/>
              </a:spcBef>
              <a:spcAft>
                <a:spcPts val="0"/>
              </a:spcAft>
              <a:buSzPts val="3840"/>
              <a:buNone/>
              <a:defRPr sz="384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736299" y="3890394"/>
            <a:ext cx="6633600" cy="89010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350520" lvl="0" marL="457200">
              <a:spcBef>
                <a:spcPts val="0"/>
              </a:spcBef>
              <a:spcAft>
                <a:spcPts val="0"/>
              </a:spcAft>
              <a:buSzPts val="1920"/>
              <a:buChar char="●"/>
              <a:defRPr sz="1920"/>
            </a:lvl1pPr>
            <a:lvl2pPr indent="-350519" lvl="1" marL="9144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2pPr>
            <a:lvl3pPr indent="-350519" lvl="2" marL="13716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3pPr>
            <a:lvl4pPr indent="-350519" lvl="3" marL="1828800">
              <a:spcBef>
                <a:spcPts val="0"/>
              </a:spcBef>
              <a:spcAft>
                <a:spcPts val="0"/>
              </a:spcAft>
              <a:buSzPts val="1920"/>
              <a:buChar char="●"/>
              <a:defRPr sz="1920"/>
            </a:lvl4pPr>
            <a:lvl5pPr indent="-350520" lvl="4" marL="22860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5pPr>
            <a:lvl6pPr indent="-350520" lvl="5" marL="27432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6pPr>
            <a:lvl7pPr indent="-350520" lvl="6" marL="3200400">
              <a:spcBef>
                <a:spcPts val="0"/>
              </a:spcBef>
              <a:spcAft>
                <a:spcPts val="0"/>
              </a:spcAft>
              <a:buSzPts val="1920"/>
              <a:buChar char="●"/>
              <a:defRPr sz="1920"/>
            </a:lvl7pPr>
            <a:lvl8pPr indent="-350520" lvl="7" marL="3657600">
              <a:spcBef>
                <a:spcPts val="0"/>
              </a:spcBef>
              <a:spcAft>
                <a:spcPts val="0"/>
              </a:spcAft>
              <a:buSzPts val="1920"/>
              <a:buChar char="○"/>
              <a:defRPr sz="1920"/>
            </a:lvl8pPr>
            <a:lvl9pPr indent="-350520" lvl="8" marL="4114800">
              <a:spcBef>
                <a:spcPts val="0"/>
              </a:spcBef>
              <a:spcAft>
                <a:spcPts val="0"/>
              </a:spcAft>
              <a:buSzPts val="1920"/>
              <a:buChar char="■"/>
              <a:defRPr sz="192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158071" y="1260262"/>
            <a:ext cx="15042000" cy="114528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1pPr>
            <a:lvl2pPr lvl="1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2pPr>
            <a:lvl3pPr lvl="2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3pPr>
            <a:lvl4pPr lvl="3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4pPr>
            <a:lvl5pPr lvl="4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5pPr>
            <a:lvl6pPr lvl="5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6pPr>
            <a:lvl7pPr lvl="6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7pPr>
            <a:lvl8pPr lvl="7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8pPr>
            <a:lvl9pPr lvl="8">
              <a:spcBef>
                <a:spcPts val="0"/>
              </a:spcBef>
              <a:spcAft>
                <a:spcPts val="0"/>
              </a:spcAft>
              <a:buSzPts val="7680"/>
              <a:buNone/>
              <a:defRPr sz="768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350"/>
            <a:ext cx="10800000" cy="144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627165" y="3452458"/>
            <a:ext cx="9555900" cy="41502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1pPr>
            <a:lvl2pPr lvl="1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2pPr>
            <a:lvl3pPr lvl="2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3pPr>
            <a:lvl4pPr lvl="3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4pPr>
            <a:lvl5pPr lvl="4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5pPr>
            <a:lvl6pPr lvl="5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6pPr>
            <a:lvl7pPr lvl="6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7pPr>
            <a:lvl8pPr lvl="7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8pPr>
            <a:lvl9pPr lvl="8" algn="ctr">
              <a:spcBef>
                <a:spcPts val="0"/>
              </a:spcBef>
              <a:spcAft>
                <a:spcPts val="0"/>
              </a:spcAft>
              <a:buSzPts val="6720"/>
              <a:buNone/>
              <a:defRPr sz="6719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627165" y="7847629"/>
            <a:ext cx="9555900" cy="34578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360"/>
              <a:buNone/>
              <a:defRPr sz="3359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1668110" y="2027157"/>
            <a:ext cx="9063900" cy="103449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411480" lvl="0" marL="457200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1pPr>
            <a:lvl2pPr indent="-370840" lvl="1" marL="914400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2pPr>
            <a:lvl3pPr indent="-370839" lvl="2" marL="1371600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3pPr>
            <a:lvl4pPr indent="-370839" lvl="3" marL="1828800">
              <a:spcBef>
                <a:spcPts val="0"/>
              </a:spcBef>
              <a:spcAft>
                <a:spcPts val="0"/>
              </a:spcAft>
              <a:buSzPts val="2240"/>
              <a:buChar char="●"/>
              <a:defRPr sz="2240"/>
            </a:lvl4pPr>
            <a:lvl5pPr indent="-370839" lvl="4" marL="2286000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5pPr>
            <a:lvl6pPr indent="-370839" lvl="5" marL="2743200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6pPr>
            <a:lvl7pPr indent="-370839" lvl="6" marL="3200400">
              <a:spcBef>
                <a:spcPts val="0"/>
              </a:spcBef>
              <a:spcAft>
                <a:spcPts val="0"/>
              </a:spcAft>
              <a:buSzPts val="2240"/>
              <a:buChar char="●"/>
              <a:defRPr sz="2240"/>
            </a:lvl7pPr>
            <a:lvl8pPr indent="-370840" lvl="7" marL="3657600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8pPr>
            <a:lvl9pPr indent="-370840" lvl="8" marL="4114800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736299" y="11844129"/>
            <a:ext cx="14170500" cy="16938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None/>
              <a:defRPr sz="288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736299" y="3096763"/>
            <a:ext cx="20127600" cy="5496900"/>
          </a:xfrm>
          <a:prstGeom prst="rect">
            <a:avLst/>
          </a:prstGeom>
        </p:spPr>
        <p:txBody>
          <a:bodyPr anchorCtr="0" anchor="b" bIns="146275" lIns="146275" spcFirstLastPara="1" rIns="146275" wrap="square" tIns="146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736299" y="8825127"/>
            <a:ext cx="20127600" cy="3641700"/>
          </a:xfrm>
          <a:prstGeom prst="rect">
            <a:avLst/>
          </a:prstGeom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1480" lvl="0" marL="457200" algn="ctr">
              <a:spcBef>
                <a:spcPts val="0"/>
              </a:spcBef>
              <a:spcAft>
                <a:spcPts val="0"/>
              </a:spcAft>
              <a:buSzPts val="2880"/>
              <a:buChar char="●"/>
              <a:defRPr sz="2880"/>
            </a:lvl1pPr>
            <a:lvl2pPr indent="-370840" lvl="1" marL="914400" algn="ctr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2pPr>
            <a:lvl3pPr indent="-370839" lvl="2" marL="1371600" algn="ctr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3pPr>
            <a:lvl4pPr indent="-370839" lvl="3" marL="1828800" algn="ctr">
              <a:spcBef>
                <a:spcPts val="0"/>
              </a:spcBef>
              <a:spcAft>
                <a:spcPts val="0"/>
              </a:spcAft>
              <a:buSzPts val="2240"/>
              <a:buChar char="●"/>
              <a:defRPr sz="2240"/>
            </a:lvl4pPr>
            <a:lvl5pPr indent="-370839" lvl="4" marL="2286000" algn="ctr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5pPr>
            <a:lvl6pPr indent="-370839" lvl="5" marL="2743200" algn="ctr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6pPr>
            <a:lvl7pPr indent="-370839" lvl="6" marL="3200400" algn="ctr">
              <a:spcBef>
                <a:spcPts val="0"/>
              </a:spcBef>
              <a:spcAft>
                <a:spcPts val="0"/>
              </a:spcAft>
              <a:buSzPts val="2240"/>
              <a:buChar char="●"/>
              <a:defRPr sz="2240"/>
            </a:lvl7pPr>
            <a:lvl8pPr indent="-370840" lvl="7" marL="3657600" algn="ctr">
              <a:spcBef>
                <a:spcPts val="0"/>
              </a:spcBef>
              <a:spcAft>
                <a:spcPts val="0"/>
              </a:spcAft>
              <a:buSzPts val="2240"/>
              <a:buChar char="○"/>
              <a:defRPr sz="2240"/>
            </a:lvl8pPr>
            <a:lvl9pPr indent="-370840" lvl="8" marL="4114800" algn="ctr">
              <a:spcBef>
                <a:spcPts val="0"/>
              </a:spcBef>
              <a:spcAft>
                <a:spcPts val="0"/>
              </a:spcAft>
              <a:buSzPts val="2240"/>
              <a:buChar char="■"/>
              <a:defRPr sz="224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>
              <a:buNone/>
              <a:defRPr sz="1600"/>
            </a:lvl1pPr>
            <a:lvl2pPr lvl="1">
              <a:buNone/>
              <a:defRPr sz="1600"/>
            </a:lvl2pPr>
            <a:lvl3pPr lvl="2">
              <a:buNone/>
              <a:defRPr sz="1600"/>
            </a:lvl3pPr>
            <a:lvl4pPr lvl="3">
              <a:buNone/>
              <a:defRPr sz="1600"/>
            </a:lvl4pPr>
            <a:lvl5pPr lvl="4">
              <a:buNone/>
              <a:defRPr sz="1600"/>
            </a:lvl5pPr>
            <a:lvl6pPr lvl="5">
              <a:buNone/>
              <a:defRPr sz="1600"/>
            </a:lvl6pPr>
            <a:lvl7pPr lvl="6">
              <a:buNone/>
              <a:defRPr sz="1600"/>
            </a:lvl7pPr>
            <a:lvl8pPr lvl="7">
              <a:buNone/>
              <a:defRPr sz="1600"/>
            </a:lvl8pPr>
            <a:lvl9pPr lvl="8">
              <a:buNone/>
              <a:defRPr sz="1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36299" y="1245914"/>
            <a:ext cx="201276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80"/>
              <a:buNone/>
              <a:defRPr sz="448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36299" y="3226527"/>
            <a:ext cx="20127600" cy="9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46275" lIns="146275" spcFirstLastPara="1" rIns="146275" wrap="square" tIns="146275">
            <a:normAutofit/>
          </a:bodyPr>
          <a:lstStyle>
            <a:lvl1pPr indent="-41148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80"/>
              <a:buChar char="●"/>
              <a:defRPr sz="2880">
                <a:solidFill>
                  <a:schemeClr val="dk2"/>
                </a:solidFill>
              </a:defRPr>
            </a:lvl1pPr>
            <a:lvl2pPr indent="-37084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Char char="○"/>
              <a:defRPr sz="2240">
                <a:solidFill>
                  <a:schemeClr val="dk2"/>
                </a:solidFill>
              </a:defRPr>
            </a:lvl2pPr>
            <a:lvl3pPr indent="-370839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Char char="■"/>
              <a:defRPr sz="2240">
                <a:solidFill>
                  <a:schemeClr val="dk2"/>
                </a:solidFill>
              </a:defRPr>
            </a:lvl3pPr>
            <a:lvl4pPr indent="-370839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Char char="●"/>
              <a:defRPr sz="2240">
                <a:solidFill>
                  <a:schemeClr val="dk2"/>
                </a:solidFill>
              </a:defRPr>
            </a:lvl4pPr>
            <a:lvl5pPr indent="-370839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Char char="○"/>
              <a:defRPr sz="2240">
                <a:solidFill>
                  <a:schemeClr val="dk2"/>
                </a:solidFill>
              </a:defRPr>
            </a:lvl5pPr>
            <a:lvl6pPr indent="-370839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Char char="■"/>
              <a:defRPr sz="2240">
                <a:solidFill>
                  <a:schemeClr val="dk2"/>
                </a:solidFill>
              </a:defRPr>
            </a:lvl6pPr>
            <a:lvl7pPr indent="-370839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Char char="●"/>
              <a:defRPr sz="2240">
                <a:solidFill>
                  <a:schemeClr val="dk2"/>
                </a:solidFill>
              </a:defRPr>
            </a:lvl7pPr>
            <a:lvl8pPr indent="-37084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Char char="○"/>
              <a:defRPr sz="2240">
                <a:solidFill>
                  <a:schemeClr val="dk2"/>
                </a:solidFill>
              </a:defRPr>
            </a:lvl8pPr>
            <a:lvl9pPr indent="-37084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Char char="■"/>
              <a:defRPr sz="224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0013680" y="13055375"/>
            <a:ext cx="12960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6275" lIns="146275" spcFirstLastPara="1" rIns="146275" wrap="square" tIns="146275">
            <a:normAutofit/>
          </a:bodyPr>
          <a:lstStyle>
            <a:lvl1pPr lvl="0" algn="r">
              <a:buNone/>
              <a:defRPr sz="1600">
                <a:solidFill>
                  <a:schemeClr val="dk2"/>
                </a:solidFill>
              </a:defRPr>
            </a:lvl1pPr>
            <a:lvl2pPr lvl="1" algn="r">
              <a:buNone/>
              <a:defRPr sz="1600">
                <a:solidFill>
                  <a:schemeClr val="dk2"/>
                </a:solidFill>
              </a:defRPr>
            </a:lvl2pPr>
            <a:lvl3pPr lvl="2" algn="r">
              <a:buNone/>
              <a:defRPr sz="1600">
                <a:solidFill>
                  <a:schemeClr val="dk2"/>
                </a:solidFill>
              </a:defRPr>
            </a:lvl3pPr>
            <a:lvl4pPr lvl="3" algn="r">
              <a:buNone/>
              <a:defRPr sz="1600">
                <a:solidFill>
                  <a:schemeClr val="dk2"/>
                </a:solidFill>
              </a:defRPr>
            </a:lvl4pPr>
            <a:lvl5pPr lvl="4" algn="r">
              <a:buNone/>
              <a:defRPr sz="1600">
                <a:solidFill>
                  <a:schemeClr val="dk2"/>
                </a:solidFill>
              </a:defRPr>
            </a:lvl5pPr>
            <a:lvl6pPr lvl="5" algn="r">
              <a:buNone/>
              <a:defRPr sz="1600">
                <a:solidFill>
                  <a:schemeClr val="dk2"/>
                </a:solidFill>
              </a:defRPr>
            </a:lvl6pPr>
            <a:lvl7pPr lvl="6" algn="r">
              <a:buNone/>
              <a:defRPr sz="1600">
                <a:solidFill>
                  <a:schemeClr val="dk2"/>
                </a:solidFill>
              </a:defRPr>
            </a:lvl7pPr>
            <a:lvl8pPr lvl="7" algn="r">
              <a:buNone/>
              <a:defRPr sz="1600">
                <a:solidFill>
                  <a:schemeClr val="dk2"/>
                </a:solidFill>
              </a:defRPr>
            </a:lvl8pPr>
            <a:lvl9pPr lvl="8" algn="r">
              <a:buNone/>
              <a:defRPr sz="1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2813427" y="7582621"/>
            <a:ext cx="17228190" cy="5736348"/>
            <a:chOff x="2958799" y="8235350"/>
            <a:chExt cx="18641193" cy="6206826"/>
          </a:xfrm>
        </p:grpSpPr>
        <p:pic>
          <p:nvPicPr>
            <p:cNvPr id="55" name="Google Shape;55;p13" title="Captura de pantalla 2025-12-29 a la(s) 6.40.14 p. m..png"/>
            <p:cNvPicPr preferRelativeResize="0"/>
            <p:nvPr/>
          </p:nvPicPr>
          <p:blipFill rotWithShape="1">
            <a:blip r:embed="rId3">
              <a:alphaModFix/>
            </a:blip>
            <a:srcRect b="0" l="7817" r="0" t="0"/>
            <a:stretch/>
          </p:blipFill>
          <p:spPr>
            <a:xfrm flipH="1">
              <a:off x="2958799" y="8235350"/>
              <a:ext cx="8917001" cy="62068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3" title="Captura de pantalla 2025-12-29 a la(s) 6.40.52 p. m.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955175" y="8281775"/>
              <a:ext cx="9644817" cy="61182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/>
          <p:nvPr/>
        </p:nvSpPr>
        <p:spPr>
          <a:xfrm>
            <a:off x="5237450" y="12922075"/>
            <a:ext cx="2083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80">
                <a:solidFill>
                  <a:schemeClr val="dk1"/>
                </a:solidFill>
              </a:rPr>
              <a:t>Maternal Haplotype</a:t>
            </a:r>
            <a:endParaRPr sz="1580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650675" y="12922069"/>
            <a:ext cx="2083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80">
                <a:solidFill>
                  <a:schemeClr val="dk1"/>
                </a:solidFill>
              </a:rPr>
              <a:t>Paternal</a:t>
            </a:r>
            <a:r>
              <a:rPr lang="es" sz="1580">
                <a:solidFill>
                  <a:schemeClr val="dk1"/>
                </a:solidFill>
              </a:rPr>
              <a:t> Haplotype</a:t>
            </a:r>
            <a:endParaRPr sz="1580">
              <a:solidFill>
                <a:schemeClr val="dk1"/>
              </a:solidFill>
            </a:endParaRPr>
          </a:p>
        </p:txBody>
      </p:sp>
      <p:pic>
        <p:nvPicPr>
          <p:cNvPr id="59" name="Google Shape;59;p13" title="Captura de pantalla 2025-12-29 a la(s) 6.57.52 p. 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3038" y="271475"/>
            <a:ext cx="14273924" cy="708814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2184700" y="162550"/>
            <a:ext cx="793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0">
                <a:solidFill>
                  <a:schemeClr val="dk1"/>
                </a:solidFill>
              </a:rPr>
              <a:t>A</a:t>
            </a:r>
            <a:endParaRPr b="1" sz="2380">
              <a:solidFill>
                <a:schemeClr val="dk1"/>
              </a:solidFill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184700" y="7120650"/>
            <a:ext cx="7938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380">
                <a:solidFill>
                  <a:schemeClr val="dk1"/>
                </a:solidFill>
              </a:rPr>
              <a:t>B</a:t>
            </a:r>
            <a:endParaRPr b="1" sz="2380">
              <a:solidFill>
                <a:schemeClr val="dk1"/>
              </a:solidFill>
            </a:endParaRPr>
          </a:p>
        </p:txBody>
      </p:sp>
      <p:pic>
        <p:nvPicPr>
          <p:cNvPr id="62" name="Google Shape;62;p13" title="Captura de pantalla 2025-12-29 a la(s) 7.09.36 p. m.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30238" y="10986650"/>
            <a:ext cx="2324375" cy="16515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